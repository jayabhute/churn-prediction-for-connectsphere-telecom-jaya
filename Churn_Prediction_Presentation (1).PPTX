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7F371-602D-4966-984A-E1BF26D69895}" v="20" dt="2025-08-19T15:10:10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3" y="6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Churn Prediction for ConnectSphere Telecom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 - YBI Foundation</a:t>
            </a:r>
          </a:p>
          <a:p>
            <a:r>
              <a:t>Jaya Bhagwant Bhute</a:t>
            </a:r>
          </a:p>
          <a:p>
            <a:r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ConnectSphere</a:t>
            </a:r>
            <a:r>
              <a:rPr lang="en-US" dirty="0"/>
              <a:t> Telecom wants to </a:t>
            </a:r>
            <a:r>
              <a:rPr lang="en-US" b="1" dirty="0"/>
              <a:t>reduce customer churn</a:t>
            </a:r>
          </a:p>
          <a:p>
            <a:endParaRPr lang="en-US" dirty="0"/>
          </a:p>
          <a:p>
            <a:r>
              <a:rPr lang="en-US" dirty="0"/>
              <a:t>Customer loss affects </a:t>
            </a:r>
            <a:r>
              <a:rPr lang="en-US" b="1" dirty="0"/>
              <a:t>revenue &amp; growth</a:t>
            </a:r>
          </a:p>
          <a:p>
            <a:endParaRPr lang="en-US" dirty="0"/>
          </a:p>
          <a:p>
            <a:r>
              <a:rPr lang="en-US" dirty="0"/>
              <a:t>Need for a </a:t>
            </a:r>
            <a:r>
              <a:rPr lang="en-US" b="1" dirty="0"/>
              <a:t>predictive model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if a customer will </a:t>
            </a:r>
            <a:r>
              <a:rPr lang="en-US" b="1" dirty="0"/>
              <a:t>churn or stay</a:t>
            </a:r>
          </a:p>
          <a:p>
            <a:endParaRPr lang="en-US" dirty="0"/>
          </a:p>
          <a:p>
            <a:r>
              <a:rPr lang="en-US" dirty="0"/>
              <a:t>Develop an </a:t>
            </a:r>
            <a:r>
              <a:rPr lang="en-US" b="1" dirty="0"/>
              <a:t>ANN binary classification model</a:t>
            </a:r>
          </a:p>
          <a:p>
            <a:endParaRPr lang="en-US" dirty="0"/>
          </a:p>
          <a:p>
            <a:r>
              <a:rPr lang="en-US" dirty="0"/>
              <a:t>Generate list of </a:t>
            </a:r>
            <a:r>
              <a:rPr lang="en-US" b="1" dirty="0"/>
              <a:t>at-risk customers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&amp; Features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E60F0A1-CE52-4C14-0F07-29DD935BB8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08582"/>
            <a:ext cx="6636753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Duration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Account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done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Model Development (ANN)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C312E8-4D14-952D-BAC6-95487E9A53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93467"/>
            <a:ext cx="839184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 used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Layers: Input → Hidden →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Adam, Loss: Binary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Crossentropy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Workflow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Data Loading &amp; Cleaning</a:t>
            </a:r>
          </a:p>
          <a:p>
            <a:r>
              <a:rPr dirty="0"/>
              <a:t>2. Feature Encoding &amp; Scaling</a:t>
            </a:r>
          </a:p>
          <a:p>
            <a:r>
              <a:rPr dirty="0"/>
              <a:t>3. ANN Model Building (</a:t>
            </a:r>
            <a:r>
              <a:rPr dirty="0" err="1"/>
              <a:t>ReLU</a:t>
            </a:r>
            <a:r>
              <a:rPr dirty="0"/>
              <a:t>, Sigmoid)</a:t>
            </a:r>
          </a:p>
          <a:p>
            <a:r>
              <a:rPr dirty="0"/>
              <a:t>4. Training &amp; Evaluation</a:t>
            </a:r>
          </a:p>
          <a:p>
            <a:r>
              <a:rPr dirty="0"/>
              <a:t>5. Prediction &amp; At-risk Customer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&amp;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7173"/>
            <a:ext cx="8229600" cy="4525963"/>
          </a:xfrm>
        </p:spPr>
        <p:txBody>
          <a:bodyPr/>
          <a:lstStyle/>
          <a:p>
            <a:r>
              <a:rPr lang="en-US" dirty="0"/>
              <a:t>Identified </a:t>
            </a:r>
            <a:r>
              <a:rPr lang="en-US" b="1" dirty="0"/>
              <a:t>at-risk customers</a:t>
            </a:r>
          </a:p>
          <a:p>
            <a:endParaRPr lang="en-US" dirty="0"/>
          </a:p>
          <a:p>
            <a:r>
              <a:rPr lang="en-US" dirty="0"/>
              <a:t>Helps in </a:t>
            </a:r>
            <a:r>
              <a:rPr lang="en-US" b="1" dirty="0"/>
              <a:t>customer retention strategies</a:t>
            </a:r>
          </a:p>
          <a:p>
            <a:endParaRPr lang="en-US" dirty="0"/>
          </a:p>
          <a:p>
            <a:r>
              <a:rPr lang="en-US" dirty="0"/>
              <a:t>Improves </a:t>
            </a:r>
            <a:r>
              <a:rPr lang="en-US" b="1" dirty="0"/>
              <a:t>decision-making</a:t>
            </a:r>
            <a:r>
              <a:rPr lang="en-US" dirty="0"/>
              <a:t> for business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94CDD0-5BFE-84B0-C63A-950C0519C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93467"/>
            <a:ext cx="841122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 model successfully predicts churn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reduce customer loss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Scope: 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features, larger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THANK YOU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180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Churn Prediction for ConnectSphere Telecom</vt:lpstr>
      <vt:lpstr>Business Context</vt:lpstr>
      <vt:lpstr>Project Objective</vt:lpstr>
      <vt:lpstr>Data &amp; Features</vt:lpstr>
      <vt:lpstr>Model Development (ANN)</vt:lpstr>
      <vt:lpstr> Workflow</vt:lpstr>
      <vt:lpstr>Output &amp; Insights</vt:lpstr>
      <vt:lpstr>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Ashwini Bhute</dc:creator>
  <cp:keywords/>
  <dc:description>generated using python-pptx</dc:description>
  <cp:lastModifiedBy>Ashwini Bhute</cp:lastModifiedBy>
  <cp:revision>2</cp:revision>
  <dcterms:created xsi:type="dcterms:W3CDTF">2013-01-27T09:14:16Z</dcterms:created>
  <dcterms:modified xsi:type="dcterms:W3CDTF">2025-08-19T15:12:33Z</dcterms:modified>
  <cp:category/>
</cp:coreProperties>
</file>